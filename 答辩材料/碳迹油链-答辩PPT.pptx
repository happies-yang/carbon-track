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各位评委老师好，我们团队带来的参赛作品是《碳迹·油链——一滴汽油的全生命周期碳足迹智能可视化系统》。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作品围绕一滴汽油从原油开采、运输、炼化、配送到终端燃烧的全过程，量化并可视化其碳排放足迹。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下面请允许我从项目背景、系统边界、数据来源、功能实现、AI 能力与应用价值几个方面进行汇报。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本次汇报分为六个部分：项目背景、系统边界、数据来源、系统功能、AI 实现，以及创新与应用价值。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数据来源与核算方法是本作品区别于一般科普作品的关键，稍后会重点说明。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 功能部分我们会展示真实可用的演示，并说明如实披露情况。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我们核算得到，每升汽油从井口到车轮的全生命周期碳足迹约为 2.68 千克二氧化碳当量。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选择这个选题，是因为双碳目标下，公众对日常消费品背后的碳排放缺乏直观、可信的认知。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作品把专业数据转成看得懂的交互可视化，并用 AI 助手辅助解读，贴合大赛"科技+创意，讲好中国故事"的指定命题。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作品把"一滴汽油"的足迹拆成五个环节：原油开采、运输、炼油、配送和终端燃烧。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从排放占比看，终端燃烧占 82.5%，是最大的排放来源；炼油环节次之，占 8.2%。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核算采用 Well-to-Wheel 口径，上游 0.4691 加上燃烧 2.21，合计 2.68 千克二氧化碳当量每升。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作品的核心竞争力之一，是每一组数据都有明确来源和可复算的核算路径。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上游排放因子来自零碳实验室 2024 年发布的中国汽油和柴油上游排放因子研究，燃烧环节采用 IPCC 排放因子。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其中开采、运输为上游合并值的合理拆分估算，系统页面中已如实注明，确保核算口径透明可追溯。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系统包含四大功能模块：首页总览、生命周期详情、燃油车与电动车对比、以及 AI 智能助手。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技术实现上，前端采用 HTML、CSS、JavaScript 配合 ECharts 图表库，数据以 JSON 静态数据承载。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 能力通过阿里云百炼平台的通义千问大模型 API 提供，系统部署在 GitHub Pages，评委可直接访问验证。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这是系统首页，用户打开即可看到"一滴汽油"全生命周期的总体碳足迹。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左侧环形图直观呈现五个环节的排放占比，中心数字 2.68 是全生命周期总量。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下方流程柱状图展示了各环节排放量，顶部标注了系统边界和数据来源入口。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评委老师可以直接访问页面上方给出的线上地址，亲身体验交互效果。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生命周期页把五个环节做成可点击的交互卡片，点击后可以看到每个环节的排放数据和来源。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例如点击"炼油"环节，可以看到炼化排放 0.22 千克二氧化碳当量每升，以及对应的数据来源。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数据来源弹窗是作品"数据可追溯"承诺的具体落地，评委可以逐条核验。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系统第三大功能是燃油车与电动车的每公里碳排放对比。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对比不仅看使用环节，还纳入燃料和电力的上游生产排放，口径更完整。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按当前口径，燃油车每公里约 0.21 千克二氧化碳当量，帮助公众直观理解绿色出行意义。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 助手是作品的重要创新点，包含三项能力：解读当前环节、自由数据问答、减排建议生成。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它调用的是阿里云百炼平台的通义千问大模型 API，回答基于系统内引用的政策和文献，超出范围会如实说明。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演示视频中我们真实提问了"CCUS 是什么"，AI 给出了完整的专业回答，证明功能真实可用。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按照竞赛要求，AI 使用情况已在《人工智能工具使用情况说明》中如实填写。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作品有三个创新点：一是数据可信，所有核算基于权威研究和 IPCC 因子，可追溯可复算；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二是科普友好，用可视化把专业碳足迹讲成公众能懂的故事；三是 AI 加持，真实大模型提供解读和问答。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应用价值上，作品可用于科普教育、行业宣传和政策宣讲，服务"讲好中国双碳故事"。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同时我们严格遵循竞赛的 AI 合规要求，如实填写了 AI 使用情况说明。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总结一下：我们以一滴汽油为线索，核算出全生命周期 2.68 千克二氧化碳当量每升的碳足迹。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用五阶段可视化和真实 AI 助手，把专业碳数据变成公众能懂、能交互、能核验的科普系统。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感谢各位评委老师的聆听，我们的汇报到此结束，恳请老师批评指正。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6959600" cy="6858000"/>
          </a:xfrm>
          <a:prstGeom prst="roundRect">
            <a:avLst>
              <a:gd name="adj" fmla="val 0"/>
            </a:avLst>
          </a:prstGeom>
          <a:solidFill>
            <a:srgbClr val="002FA7">
              <a:alpha val="9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19050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12800" y="2997200"/>
            <a:ext cx="5715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一滴汽油的全生命周期碳足迹</a:t>
            </a:r>
            <a:b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智能可视化系统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425" flipH="false" flipV="false">
            <a:off x="812808" y="4413250"/>
            <a:ext cx="518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812800" y="4724400"/>
            <a:ext cx="57150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第十四届全国大学生数字媒体科技作品及创意竞赛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指定命题：科技+创意，讲好中国故事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参赛团队：石油化工技术专业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2794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466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854200" y="1905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研究背景与选题价值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350000" y="1955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双碳战略下的科普缺口与选题定位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248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26035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854200" y="2603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系统边界与核算框架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26543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井口到车轮的完整足迹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31813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3302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854200" y="3302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数据来源与核算方法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50000" y="3352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权威排放因子，全流程可追溯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4297" flipH="false" flipV="false">
            <a:off x="1016004" y="387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1016000" y="40005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854200" y="4000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系统功能与界面演示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350000" y="40513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四模块交互可视化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297" flipH="false" flipV="false">
            <a:off x="1016004" y="45783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1016000" y="4699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854200" y="4699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AI 功能与实现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350000" y="4749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真实大模型驱动，如实披露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4297" flipH="false" flipV="false">
            <a:off x="1016004" y="5276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 txBox="true"/>
          <p:nvPr/>
        </p:nvSpPr>
        <p:spPr>
          <a:xfrm rot="0" flipH="false" flipV="false">
            <a:off x="1016000" y="53975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854200" y="5397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创新点与应用价值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350000" y="54483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科普教育与社会传播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目录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660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研究背景与选题价值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2286000"/>
            <a:ext cx="330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2.68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3759200"/>
            <a:ext cx="3810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b="1" sz="1800">
                    <a:solidFill>
                      <a:srgbClr val="111111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b="1" sz="1800">
                        <a:solidFill>
                          <a:srgbClr val="11111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b="1" sz="1800">
                        <a:solidFill>
                          <a:srgbClr val="111111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b="1" sz="1800">
                    <a:solidFill>
                      <a:srgbClr val="111111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/L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44196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每升汽油全生命周期碳足迹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8514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（Well-to-Wheel 口径）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826000" y="1854200"/>
            <a:ext cx="635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为什么做这个项目？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826000" y="2616200"/>
            <a:ext cx="6350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我国提出"双碳"目标，石油化工是重点减排行业；汽油消费与大众出行息息相关，但多数人不清楚"一滴汽油"背后排了多少碳。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现有碳足迹信息分散于专业报告，数据口径不一、专业门槛高，难以被公众理解和传播。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本作品以权威数据核算为基础，通过交互可视化与 AI 助手，把"一滴汽油"的碳足迹讲清楚——用科技与创意讲好中国"双碳"故事，贴合大赛指定命题。</a:t>
            </a:r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研究背景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711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系统边界与核算框架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1778000" cy="1219200"/>
          </a:xfrm>
          <a:prstGeom prst="roundRect">
            <a:avLst>
              <a:gd name="adj" fmla="val 0"/>
            </a:avLst>
          </a:prstGeom>
          <a:solidFill>
            <a:srgbClr val="E8E4DC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387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原油开采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8956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0.20 · 7.5%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156" flipH="false" flipV="false">
            <a:off x="2794132" y="2762250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098800" y="2159000"/>
            <a:ext cx="1778000" cy="1219200"/>
          </a:xfrm>
          <a:prstGeom prst="roundRect">
            <a:avLst>
              <a:gd name="adj" fmla="val 0"/>
            </a:avLst>
          </a:prstGeom>
          <a:solidFill>
            <a:srgbClr val="E8E4DC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98800" y="2387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运输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098800" y="28956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0.04 · 1.3%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3156" flipH="false" flipV="false">
            <a:off x="4876932" y="2762250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181600" y="2159000"/>
            <a:ext cx="1778000" cy="1219200"/>
          </a:xfrm>
          <a:prstGeom prst="roundRect">
            <a:avLst>
              <a:gd name="adj" fmla="val 0"/>
            </a:avLst>
          </a:prstGeom>
          <a:solidFill>
            <a:srgbClr val="E8E4DC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181600" y="2387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炼油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181600" y="28956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0.22 · 8.2%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3156" flipH="false" flipV="false">
            <a:off x="6959732" y="2762250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264400" y="2159000"/>
            <a:ext cx="1778000" cy="1219200"/>
          </a:xfrm>
          <a:prstGeom prst="roundRect">
            <a:avLst>
              <a:gd name="adj" fmla="val 0"/>
            </a:avLst>
          </a:prstGeom>
          <a:solidFill>
            <a:srgbClr val="E8E4DC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264400" y="2387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配送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264400" y="28956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0.01 · 0.5%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3156" flipH="false" flipV="false">
            <a:off x="9042532" y="2762250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9347200" y="2159000"/>
            <a:ext cx="1828800" cy="1219200"/>
          </a:xfrm>
          <a:prstGeom prst="roundRect">
            <a:avLst>
              <a:gd name="adj" fmla="val 0"/>
            </a:avLst>
          </a:prstGeom>
          <a:solidFill>
            <a:srgbClr val="002FA7">
              <a:alpha val="12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347200" y="2387600"/>
            <a:ext cx="1828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终端燃烧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347200" y="2895600"/>
            <a:ext cx="182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2.21 · 82.5%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16000" y="4038600"/>
            <a:ext cx="889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系统边界与核算口径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16000" y="46482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系统边界：Well-to-Wheel（井口到车轮），覆盖原油开采、运输、炼油、配送、终端燃烧五个环节。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核算口径：上游 0.4691 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/L（生产+运输+炼化+分销）+ 终端燃烧 2.21 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/L，合计 2.68 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/L。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注：上游为合并值的合理拆分估算，各环节占比在页面中已注明。</a:t>
            </a:r>
          </a:p>
        </p:txBody>
      </p:sp>
      <p:cxnSp>
        <p:nvCxnSpPr>
          <p:cNvPr name="Connector 25" id="25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系统边界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711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数据来源与核算方法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778000"/>
          <a:ext cx="10160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1778000"/>
                <a:gridCol w="1143000"/>
                <a:gridCol w="5588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生命周期环节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排放因子 (kgCO₂e/L)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占比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数据来源与说明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原油开采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零碳实验室上游排放因子（拆分估算）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零碳实验室上游排放因子（拆分估算）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炼油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8.2%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零碳实验室 297.78 kgCO₂e/t × 0.74 kg/L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零碳实验室 18.00 kgCO₂e/t × 0.74 kg/L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终端燃烧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2FA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2.21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2FA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82.5%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IPCC：69.3 gCO₂/MJ × 43.07 MJ/kg × 0.74 kg/L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 txBox="true"/>
          <p:nvPr/>
        </p:nvSpPr>
        <p:spPr>
          <a:xfrm rot="0" flipH="false" flipV="false">
            <a:off x="1016000" y="5740400"/>
            <a:ext cx="1016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合计 2.68 kgCO₂e/L = 上游 0.4691 + 终端燃烧 2.21；上游为"生产+运输+炼化+分销"合并值的合理拆分估算，页面已注明。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来源：零碳实验室《中国汽油和柴油上游排放因子》(GHG S3.3, 2024)；IPCC 燃烧排放因子。详见《数据来源与参考文献》。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数据来源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711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 · 系统功能与技术架构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四大功能模块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590800"/>
            <a:ext cx="609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727200" y="2540000"/>
            <a:ext cx="436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首页总览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727200" y="29972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五阶段环形图 + 碳足迹总量 2.68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505200"/>
            <a:ext cx="609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727200" y="3454400"/>
            <a:ext cx="436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生命周期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27200" y="39116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点击环节，查看数据、占比与来源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419600"/>
            <a:ext cx="609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727200" y="4368800"/>
            <a:ext cx="436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燃油车 vs 电动车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727200" y="48260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每公里碳排放对比解读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" y="5334000"/>
            <a:ext cx="6096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727200" y="5283200"/>
            <a:ext cx="436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智能助手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727200" y="5740400"/>
            <a:ext cx="436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AI 解读当前环节 + 数据问答 + 减排建议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04000" y="190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604000" y="2590800"/>
            <a:ext cx="127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874000" y="25908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HTML + CSS + JS + ECharts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04000" y="3505200"/>
            <a:ext cx="127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874000" y="35052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阿里云百炼 · 通义千问 qwen-plus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604000" y="4419600"/>
            <a:ext cx="127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874000" y="44196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JSON 静态数据 + 权威排放因子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604000" y="5334000"/>
            <a:ext cx="127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874000" y="5334000"/>
            <a:ext cx="330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Pages 静态托管部署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系统功能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812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 · 系统界面演示（一）首页总览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41" b="41"/>
          <a:stretch>
            <a:fillRect/>
          </a:stretch>
        </p:blipFill>
        <p:spPr>
          <a:xfrm rot="0" flipH="false" flipV="false">
            <a:off x="1016000" y="1778000"/>
            <a:ext cx="4330700" cy="4254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1016000" y="6070600"/>
            <a:ext cx="43307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图 1 系统首页总览（环形图 + 五阶段 + 系统边界）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969000" y="1905000"/>
            <a:ext cx="520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首页总览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969000" y="2667000"/>
            <a:ext cx="5207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环形图展示五阶段碳排放占比，中心显示全生命周期总量 2.68 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/L。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流程柱状图呈现"开采 → 运输 → 炼油 → 配送 → 燃烧"各环节排放与占比。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页面顶部标注系统边界（Well-to-Wheel）与数据来源入口，核算口径一目了然。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在线可访问验证：https://happies-yang.github.io/carbon-track/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系统界面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812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 · 系统界面演示（二）生命周期详情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41" b="41"/>
          <a:stretch>
            <a:fillRect/>
          </a:stretch>
        </p:blipFill>
        <p:spPr>
          <a:xfrm rot="0" flipH="false" flipV="false">
            <a:off x="6845300" y="1778000"/>
            <a:ext cx="4330700" cy="4254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845300" y="6070600"/>
            <a:ext cx="43307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图 2 生命周期页：五阶段详情与来源弹窗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1905000"/>
            <a:ext cx="520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生命周期详情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667000"/>
            <a:ext cx="5207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生命周期页按"开采、运输、炼油、配送、燃烧"五阶段逐一呈现，支持页面内切换浏览。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点击任一环节，可查看该环节的排放量、占比、工艺说明与数据来源弹窗。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每个环节均配有工艺配图与来源标注，核算依据可追溯、可核验。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页面底部分步展示各环节排放对总量的贡献，帮助理解"哪一步排得最多"。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系统界面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812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04 · 系统界面演示（三）燃油车 vs 电动车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41" b="41"/>
          <a:stretch>
            <a:fillRect/>
          </a:stretch>
        </p:blipFill>
        <p:spPr>
          <a:xfrm rot="0" flipH="false" flipV="false">
            <a:off x="1016000" y="1778000"/>
            <a:ext cx="4330700" cy="4254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1016000" y="6070600"/>
            <a:ext cx="43307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图 3 燃油车与电动车每公里碳排放对比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969000" y="1905000"/>
            <a:ext cx="520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燃油车 vs 电动车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969000" y="2667000"/>
            <a:ext cx="5207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对比维度为每公里碳排放，口径同时覆盖燃料/电力上游生产与使用环节。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按当前核算口径，燃油车每公里碳排放约 0.21 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sz="1600">
                        <a:solidFill>
                          <a:srgbClr val="383838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sz="1600">
                    <a:solidFill>
                      <a:srgbClr val="383838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/km（含上游）。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电动车按电网平均碳排放水平计算，并给出量化对比解读。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该功能帮助公众直观理解绿色出行的减排意义，服务低碳科普传播。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系统界面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812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05 · AI 功能与真实演示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41" b="41"/>
          <a:stretch>
            <a:fillRect/>
          </a:stretch>
        </p:blipFill>
        <p:spPr>
          <a:xfrm rot="0" flipH="false" flipV="false">
            <a:off x="6845300" y="1778000"/>
            <a:ext cx="4330700" cy="4254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6845300" y="6070600"/>
            <a:ext cx="43307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图 4 AI 助手：真实问答"CCUS 是什么"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1905000"/>
            <a:ext cx="520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智能助手（真实可用）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667000"/>
            <a:ext cx="5207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三大功能：AI 解读当前环节、AI 数据问答（自由提问）、AI 减排建议（选择场景）。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调用阿里云百炼 · 通义千问 qwen-plus 真实大模型 API，非预设话术。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回答严格限定在系统引用的政策与文献范围内，超出知识库时如实拒绝回应。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演示视频含真实提问"CCUS 是什么"的完整回答过程，可当堂验证。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AI 功能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60400"/>
            <a:ext cx="711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06 · 创新点与应用价值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3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558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590800"/>
            <a:ext cx="711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2540000"/>
            <a:ext cx="4775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数据可信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828800" y="2997200"/>
            <a:ext cx="4775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权威研究与 IPCC 因子的可追溯核算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505200"/>
            <a:ext cx="711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828800" y="3454400"/>
            <a:ext cx="4775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科普友好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828800" y="3911600"/>
            <a:ext cx="4775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五阶段全流程可视化，降低认知门槛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419600"/>
            <a:ext cx="711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2FA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828800" y="4368800"/>
            <a:ext cx="4775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AI 加持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828800" y="4826000"/>
            <a:ext cx="4775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真实大模型驱动的解读、问答与减排建议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858000" y="190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11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应用与传播价值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858000" y="25908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科普教育：服务双碳知识进课堂、进社区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858000" y="34036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行业宣传：石化行业绿色转型科普窗口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858000" y="42164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政策宣讲：讲好中国"双碳"故事的科普载体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16000" y="55372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合规说明：按竞赛规则，AI 使用如实填写（不加分不扣分），隐瞒将被取消资格。作品已如实填写《人工智能工具使用情况说明》，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完整披露 AI 辅助开发、文生图、配音等使用情况，全部可核验。</a:t>
            </a:r>
          </a:p>
        </p:txBody>
      </p:sp>
      <p:cxnSp>
        <p:nvCxnSpPr>
          <p:cNvPr name="Connector 19" id="19"/>
          <p:cNvCxnSpPr/>
          <p:nvPr/>
        </p:nvCxnSpPr>
        <p:spPr>
          <a:xfrm rot="-4297" flipH="false" flipV="false">
            <a:off x="1016004" y="641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1016000" y="650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碳迹·油链 · 创新与应用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668000" y="65024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812800"/>
            <a:ext cx="5080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总结与致谢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746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228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一滴汽油 · 全生命周期 2.68 kg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b="1" sz="22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C</m:t>
                </m:r>
                <m:sSub>
                  <m:e>
                    <m:r>
                      <m:rPr>
                        <m:sty m:val="p"/>
                      </m:rPr>
                      <a:rPr b="1" sz="220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O</m:t>
                    </m:r>
                  </m:e>
                  <m:sub>
                    <m:r>
                      <m:rPr>
                        <m:sty m:val="p"/>
                      </m:rPr>
                      <a:rPr b="1" sz="220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b="1" sz="220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e</m:t>
                </m:r>
              </m:oMath>
            </a14:m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/L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04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五阶段足迹 · 可视化 + AI 交互呈现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81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数据可追溯 · 面向公众的双碳科普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6736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团队分工：数据与核算 / 前端开发 / AI 功能 / 视觉内容 / 材料与答辩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334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感谢各位评委老师聆听，恳请批评指正。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